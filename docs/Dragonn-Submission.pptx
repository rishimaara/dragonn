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latency (ms)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 ms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327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Qualcomm's encoder (FP16)</c:v>
                  </c:pt>
                  <c:pt idx="1">
                    <c:v>This pipeline's encoder (a16w8)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17.8</c:v>
                </c:pt>
              </c:numCache>
            </c:numRef>
          </c:val>
        </c:ser>
        <c:dLbls>
          <c:numFmt formatCode="0.0&quot; ms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327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7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Hexagon Bridge is a pre-flight check, a conversion pipeline and a real-hardware validation loop for the Hexagon NPU in Snapdragon X PCs. Everything in this deck was measured on a real Snapdragon X Elite.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silent part is what makes this expensive: nothing errors. You ship, and the NPU was never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Hub job links only open for the account owner, so every result is committed as JSON and raw device logs that anyone can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MobileNetV2 is the clearest case of the trap: the naive build places perfectly on the NPU and classifies 7% of images correctly. It needs per-channel weights, and nothing in the toolchain tells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scope line is deliberate: the speedups are encoder speedups, and the deck says so rather than letting a tester discover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574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Dragonn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Hexagon NPU reachable for models nobody converted for you — and prove, on the laptop itself, that the NPU is really what ran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43484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measured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Snapdragon® AI Lab Build &amp; Present Challenge 2026   ·   Rishi (RishiMaara)   ·   github.com/RishiMaara/Dragonn   ·   MIT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45 TOPS NPU you cannot reach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X Elite, ASUS Vivobook — for any model outside a vendor catalog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75688"/>
            <a:ext cx="502920" cy="50292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29384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recipe quietly costs you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13432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quantize_dynamic() is what every tutorial shows. On a real X Elite it cost MobileNetV2 72 points of accuracy — and crashed the runtime outright on whisper-base.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538728"/>
            <a:ext cx="502920" cy="50292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92424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hands you a CPU session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776472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providers=[...] argument silently yields CPU-only while your logs say NPU.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5001768"/>
            <a:ext cx="502920" cy="50292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60120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855464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rejects what every local check passed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239512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 bit on one input of one op type: nine LayerNorms refused on silicon, after a clean local run.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failures is silent. The app works. The battery doesn't.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parts, one question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model run on the Hexagon NPU — and did it?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198424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1460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it on any Windows PC with no Snapdragon device: static rules first, then Qualcomm's own HTP compiler locally in about 4 seconds. Names the ops and the reason.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691640"/>
            <a:ext cx="5272888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98768" y="198424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147408" y="196596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Converter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251460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a16w8 QDQ the QNN-specific way, calibrated on real data — including the fixes that are not in any quickstart.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72888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60120" y="427024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508760" y="425196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80060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model on a real Snapdragon X Elite and reconciles the prediction against what the chip actually did.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8728" y="3977640"/>
            <a:ext cx="5272888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98768" y="427024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147408" y="425196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598768" y="4800600"/>
            <a:ext cx="4632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server and dashboard that report the execution provider that attached, never the one requested.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80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what already exists: ONNX Runtime's strict no-fallback session, Olive's attention-mask surgery, Qualcomm AI Hub. The missing piece was diagnosis — which failure you have, and which known fix applies.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a real Snapdragon X Elite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AI Hub · SC8380XP, Hexagon v73 · every number committed as evidence in models/reports/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17.8 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957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encoder latency, 100 runs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 / 187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3957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on the NPU — the other two are graph-edge conversions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957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on CPU, identical to FP32 (14.07% with the encoder on the NPU)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→ 0.5 s</a:t>
            </a:r>
            <a:endParaRPr lang="en-US" sz="290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23957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vs cached graph load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silent fallback, priced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20624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quantized model that misses the NPU runs 26–28% slower than not quantizing at all — measured in two separate sessions on the same device. Quantizing without checking placement is worse than doing nothing.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FBF1E0"/>
          </a:solidFill>
          <a:ln w="12700">
            <a:solidFill>
              <a:srgbClr val="FBF1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005840" y="532180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scanner catches what the chip rejects — before you own the chip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705856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model a real X Elite refused is flagged two ways locally: statically, and by running Qualcomm's compiler. Both device logs — the refusal and the acceptance — are committed in the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traps, stacked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passes every check before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05840" y="187452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“Then don't quantize”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04288"/>
            <a:ext cx="454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HTP runs float as FP16, and the unquantized encoder compiles into one NPU graph locally. On the device: failed to finalize, error 6000. Twice.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27248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SDK 2.50, device 2.45.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644488" y="187452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wrong format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2304288"/>
            <a:ext cx="454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 doesn't reliably cost you the NPU — it reliably costs accuracy. MobileNetV2: 79.5% → 7.2% top-1, with perfect placement.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3127248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whisper-base crashed the runtime.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05840" y="406908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wrong precision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498848"/>
            <a:ext cx="454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activations scan 100% NPU-eligible, compile to one graph, and transcribe gibberish: 93.5% word error rate. 16-bit fixes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321808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says nothing about answers.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384048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644488" y="406908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chip knows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644488" y="4498848"/>
            <a:ext cx="454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a16w8 scanned clean, measured cosine 0.99 locally — and the X Elite refused all nine LayerNorms because gamma was signed int8.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5321808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weights: accepted.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2 was my own claim, corrected: the scanner used to say dynamic quantization means 0% NPU. The device disagreed, so the rule changed.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one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popular models, both paths, each profiled on the same X Elite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4114800"/>
                <a:gridCol w="2039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 → naive → this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NPU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79.5% → 7.2% → 79.5% top-1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Whisper-base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recognition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8.84% → 11.33% → 8.84% 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MiniLM-L6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for local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→ 63.3% → 97.3% same top hit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SST-2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90.7% → 90.7% → 91.0%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ViT-B/32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98.2% → 98.8% → 98.2% zero-shot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70916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FBF1E0"/>
          </a:solidFill>
          <a:ln w="12700">
            <a:solidFill>
              <a:srgbClr val="FBF1E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05840" y="48737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settings decided four of these five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52578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granularity: per-tensor weights gave MobileNetV2 1.2% top-1 and cost MiniLM a quarter of its search hits — both with flawless NPU placement. Per-channel fixed both, for 0.01 ms. And the exporter, not the quantizer, split every transformer here in two: PyTorch's newer exporter emits GatherND and IsNaN, which the device refused outright (QNN_COMMON_ERROR_MEM_ALLOC). Exported the older way, the same models compiled into one graph and ran.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Qualcomm's own NPU Whisper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pre-compiled X Elite build, profiled by me on the same device, through the same harness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492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144975" cy="2286000"/>
          </a:xfrm>
          <a:prstGeom prst="roundRect">
            <a:avLst>
              <a:gd name="adj" fmla="val 32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72400" y="1920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2.60 ms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5786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 — Qualcomm's decoder, 509 of 509 layers on the NPU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00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 this project does not yet run on the NPU. Now measured, not assumed.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10911535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0058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comparison does and does not say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800600"/>
            <a:ext cx="10180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models are not the same graph — Qualcomm restructures attention and stays in float, this pipeline quantizes.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runs are eight days apart on a shared device pool.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a general-purpose quantization path can land in the same league as the vendor's hand-optimised build. Not a benchmark win.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on a Snapdragon laptop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“it uses the NPU” should be something you can check, not something you're told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05840" y="164592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-ExecutionPolicy Bypass -File .\setup-snapdragon.ps1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312724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601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ARM64-native Python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035808"/>
            <a:ext cx="6339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x64 Python under emulation can never load QnnHtp.dll — the NPU is unreachable and nothing says so.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60120" y="422452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01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133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NPU is visible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4133088"/>
            <a:ext cx="6339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plugin properly and reports the devices ONNX Runtime really sees. Names the driver version if it's too old.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0120" y="532180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6012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230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 it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5230368"/>
            <a:ext cx="6339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session with CPU fallback disabled. If anything would fall back, the session refuses to start.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Snapdragon hardware needed for the pre-flight check itself — the scanner and the HTP compile check run on any Windows PC.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every number in this deck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asks to be taken on trust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05840" y="17556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index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55648"/>
            <a:ext cx="6979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models/reports/README.md lists every claim next to the file that backs it — machine-readable results, not prose.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0584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device's own logs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743200"/>
            <a:ext cx="6979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runtime logs from the runs themselves are committed, including the failures: the chip refusing a model, naming the operator and the error code.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21024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005840" y="3730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IDs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730752"/>
            <a:ext cx="6979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measurement carries the profiling job that produced it, so each number traces to one run on one device.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608576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05840" y="471830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718304"/>
            <a:ext cx="6979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tests, each pinning a bug that once produced a wrong number, run on every push — on Windows with the QNN plugin as well as Linux.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596128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05840" y="57058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705856"/>
            <a:ext cx="6979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tools.model_zoo rebuilds the five-model comparison from scratch; python -m scanner checks any model you bring.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precisely: the encoder runs on the NPU and the decoder on CPU in the shipping app — every latency quoted here is an encoder latency.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NPU checkable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Hexagon NPU is the reason to buy the laptop. Today it's reachable only for models someone else already converted — and when it isn't reached, nothing tells you. This turns that into a claim you can check for your model, on your machine, in seconds.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models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817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and run on a real X Elite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4023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tests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46817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pinning a bug that once gave a wrong number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6817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to a committed evidence file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github.com/RishiMaara/Dragonn   ·   MIT   ·   Rishi (RishiMaara)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Hexagon Bridge</dc:title>
  <dc:subject>PptxGenJS Presentation</dc:subject>
  <dc:creator>RishiMaara</dc:creator>
  <cp:lastModifiedBy>RishiMaara</cp:lastModifiedBy>
  <cp:revision>1</cp:revision>
  <dcterms:created xsi:type="dcterms:W3CDTF">2026-09-30T05:33:57Z</dcterms:created>
  <dcterms:modified xsi:type="dcterms:W3CDTF">2026-09-30T05:33:57Z</dcterms:modified>
</cp:coreProperties>
</file>